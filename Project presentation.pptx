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19bb3ac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19bb3ac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19bb3ac9c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19bb3ac9c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19bb3ac9c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19bb3ac9c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19bb3ac9c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19bb3ac9c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19bb3ac9c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19bb3ac9c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19bb3ac9c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19bb3ac9c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19bb3ac9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19bb3ac9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19bb3ac9c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19bb3ac9c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19bb3ac9c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19bb3ac9c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Mouse Maze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6676750" y="3636550"/>
            <a:ext cx="2140500" cy="12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Работу выполнили: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Чекулаев Константин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Васильева Алина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Шаляпина Ксения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Суть игры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761075" y="1990725"/>
            <a:ext cx="35892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ru" sz="1202">
                <a:latin typeface="Nunito"/>
                <a:ea typeface="Nunito"/>
                <a:cs typeface="Nunito"/>
                <a:sym typeface="Nunito"/>
              </a:rPr>
              <a:t>Код открывает окно размером 1000х600 пикселей, в котором генерируется абсолютно случайный лабиринт с фиксированным началом и концом. Начало помечено красным кругом, конец - синим. Лабиринт проходится курсором пользователя, в случае задевания или выхода за пределы окна (это сделано для предотвращения жульничества) игра считается проигранной. После проигрыша можно либо повторить уровень, либо сгенерировать новый, так же можно менять сложность уровня.</a:t>
            </a:r>
            <a:endParaRPr sz="1202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6" name="Google Shape;13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0275" y="1990725"/>
            <a:ext cx="3908605" cy="244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Скриншоты</a:t>
            </a:r>
            <a:endParaRPr/>
          </a:p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1161675" y="2004625"/>
            <a:ext cx="1457700" cy="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ru" sz="1305">
                <a:latin typeface="Nunito"/>
                <a:ea typeface="Nunito"/>
                <a:cs typeface="Nunito"/>
                <a:sym typeface="Nunito"/>
              </a:rPr>
              <a:t>Начало игры</a:t>
            </a:r>
            <a:endParaRPr sz="1305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3" name="Google Shape;14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150" y="2291825"/>
            <a:ext cx="2644251" cy="166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3600" y="2291825"/>
            <a:ext cx="2638662" cy="166044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 txBox="1"/>
          <p:nvPr/>
        </p:nvSpPr>
        <p:spPr>
          <a:xfrm>
            <a:off x="3613052" y="2026675"/>
            <a:ext cx="217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Экран в случае победы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6" name="Google Shape;14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8450" y="2321450"/>
            <a:ext cx="2549298" cy="160120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6070000" y="2026675"/>
            <a:ext cx="2816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Поражение на сложном уровне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собирался код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4782475" y="1990725"/>
            <a:ext cx="35424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400">
                <a:latin typeface="Nunito"/>
                <a:ea typeface="Nunito"/>
                <a:cs typeface="Nunito"/>
                <a:sym typeface="Nunito"/>
              </a:rPr>
              <a:t>На гитхабе имеются следующие разделы. В папке с музыкой представлены треки для простого и сложного уровней, второй раздел - иконка приложения, геймплей собирает воедино весь код для игры, в разделе screens описаны экраны, выводящиеся на экран при разных сценариях, а в wall собран генератор случайных стен.</a:t>
            </a:r>
            <a:endParaRPr sz="14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990725"/>
            <a:ext cx="3963325" cy="226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Код геймплея (Чекулаев Константин)</a:t>
            </a:r>
            <a:endParaRPr/>
          </a:p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819150" y="1862100"/>
            <a:ext cx="3027900" cy="5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latin typeface="Nunito"/>
                <a:ea typeface="Nunito"/>
                <a:cs typeface="Nunito"/>
                <a:sym typeface="Nunito"/>
              </a:rPr>
              <a:t>Как собираются воедино куски кода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1" name="Google Shape;16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2310775"/>
            <a:ext cx="2887975" cy="71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025" y="3460175"/>
            <a:ext cx="2794225" cy="50388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1355488" y="3028500"/>
            <a:ext cx="1815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Внешний вид игры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4" name="Google Shape;16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3175" y="1862100"/>
            <a:ext cx="2726699" cy="255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6879875" y="1848475"/>
            <a:ext cx="16227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Сборка музыки для уровней, проверка, не хочет ли игрок выйти, задание координат начала лабиринта, генератор стен, описание, чем отличаются легкие и сложные уровни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Код геймплея</a:t>
            </a:r>
            <a:endParaRPr/>
          </a:p>
        </p:txBody>
      </p:sp>
      <p:sp>
        <p:nvSpPr>
          <p:cNvPr id="171" name="Google Shape;171;p18"/>
          <p:cNvSpPr txBox="1"/>
          <p:nvPr>
            <p:ph idx="1" type="body"/>
          </p:nvPr>
        </p:nvSpPr>
        <p:spPr>
          <a:xfrm>
            <a:off x="5553025" y="1990725"/>
            <a:ext cx="22773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Nunito"/>
                <a:ea typeface="Nunito"/>
                <a:cs typeface="Nunito"/>
                <a:sym typeface="Nunito"/>
              </a:rPr>
              <a:t>Код, задающий работу игры.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latin typeface="Nunito"/>
                <a:ea typeface="Nunito"/>
                <a:cs typeface="Nunito"/>
                <a:sym typeface="Nunito"/>
              </a:rPr>
              <a:t>Описывает, когда игра заканчивается, случаи победы и поражения, как и когда меняется сложность уровней или перерисовывается уровень.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2" name="Google Shape;17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950" y="1990725"/>
            <a:ext cx="3955893" cy="24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Генератор стен лабиринта (Васильева Алина)</a:t>
            </a:r>
            <a:endParaRPr/>
          </a:p>
        </p:txBody>
      </p:sp>
      <p:sp>
        <p:nvSpPr>
          <p:cNvPr id="178" name="Google Shape;178;p19"/>
          <p:cNvSpPr txBox="1"/>
          <p:nvPr>
            <p:ph idx="1" type="body"/>
          </p:nvPr>
        </p:nvSpPr>
        <p:spPr>
          <a:xfrm>
            <a:off x="5861400" y="1990725"/>
            <a:ext cx="21705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Nunito"/>
                <a:ea typeface="Nunito"/>
                <a:cs typeface="Nunito"/>
                <a:sym typeface="Nunito"/>
              </a:rPr>
              <a:t>Создание класса стены.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latin typeface="Nunito"/>
                <a:ea typeface="Nunito"/>
                <a:cs typeface="Nunito"/>
                <a:sym typeface="Nunito"/>
              </a:rPr>
              <a:t>Описывает, в каких рамках генерируются стены, определяется случай попадания курсора в стену (то есть поражения).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9" name="Google Shape;17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990725"/>
            <a:ext cx="5042239" cy="244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Экраны с опциями (Шаляпина Ксения)</a:t>
            </a:r>
            <a:endParaRPr/>
          </a:p>
        </p:txBody>
      </p:sp>
      <p:sp>
        <p:nvSpPr>
          <p:cNvPr id="185" name="Google Shape;185;p20"/>
          <p:cNvSpPr txBox="1"/>
          <p:nvPr>
            <p:ph idx="1" type="body"/>
          </p:nvPr>
        </p:nvSpPr>
        <p:spPr>
          <a:xfrm>
            <a:off x="6309325" y="1990725"/>
            <a:ext cx="20154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Nunito"/>
                <a:ea typeface="Nunito"/>
                <a:cs typeface="Nunito"/>
                <a:sym typeface="Nunito"/>
              </a:rPr>
              <a:t>Создание экранов победы и поражения, пропуска, усложнения и упрощения уровня.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latin typeface="Nunito"/>
                <a:ea typeface="Nunito"/>
                <a:cs typeface="Nunito"/>
                <a:sym typeface="Nunito"/>
              </a:rPr>
              <a:t>Задание экрана в зависимости от статуса игры, нужно ли генерировать новый уровень и какой сложности.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2" y="1990725"/>
            <a:ext cx="3242963" cy="24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2125" y="1990725"/>
            <a:ext cx="2157824" cy="1689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2125" y="3680025"/>
            <a:ext cx="2015425" cy="95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Экраны с опциями</a:t>
            </a:r>
            <a:endParaRPr/>
          </a:p>
        </p:txBody>
      </p:sp>
      <p:sp>
        <p:nvSpPr>
          <p:cNvPr id="194" name="Google Shape;194;p21"/>
          <p:cNvSpPr txBox="1"/>
          <p:nvPr>
            <p:ph idx="1" type="body"/>
          </p:nvPr>
        </p:nvSpPr>
        <p:spPr>
          <a:xfrm>
            <a:off x="2598650" y="1440800"/>
            <a:ext cx="2609100" cy="3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ru" sz="1302">
                <a:latin typeface="Nunito"/>
                <a:ea typeface="Nunito"/>
                <a:cs typeface="Nunito"/>
                <a:sym typeface="Nunito"/>
              </a:rPr>
              <a:t>Генерация экрана начала игры</a:t>
            </a:r>
            <a:endParaRPr sz="1302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5" name="Google Shape;1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347165" y="1990725"/>
            <a:ext cx="32249" cy="24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2403" y="1928600"/>
            <a:ext cx="3527998" cy="24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pic>
        <p:nvPicPr>
          <p:cNvPr id="202" name="Google Shape;2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0575" y="1800200"/>
            <a:ext cx="4662849" cy="24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